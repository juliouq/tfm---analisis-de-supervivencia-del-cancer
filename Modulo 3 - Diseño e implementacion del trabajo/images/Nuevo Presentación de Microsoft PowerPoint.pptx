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217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79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C7A22-A8F8-487F-8B1A-C4F8F8C2E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7029F-114A-4208-B5D5-9C129424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915A68-55BE-4AA2-A6DC-DB2DC0A5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C46E3-4FD4-42A2-9765-8E144890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0DC3C4-9104-4C4A-A54D-1FE057E4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707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6B596-A94A-46B3-A6CC-D25C589A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08D03-3721-4D7C-BC89-DA88DA84C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B56236-4799-47F4-97D6-52BF7C12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78D806-261A-4F09-9705-CE42C5D45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905B6-625F-4932-8D20-B82B3DC9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59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8929D-E280-41D8-83E3-CC5DCE65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20C667-642A-4E2F-BD3D-61D7966BD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D8CB7C-8025-42A7-9CC5-6FB4AC79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F5BD9F-ACD3-4662-9E77-99E43858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0BE043-8E8A-4A81-8747-8F1286E1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71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CC5FC-AEF9-4DB7-B371-69D07E01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D9D5D2-78A6-46E6-B68F-836EADE96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9DC7DF-CB21-42B2-99D0-3BEAD921B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AAB14E-BE83-44EE-AB53-F647C356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01A85A-948E-4123-8C2C-26E6FB35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B17324-F96A-4898-B6DD-198607A6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974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F6C37-506E-4A68-816B-DB8F9646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9E68E3-E037-47A0-B91A-83EA35212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EB2361-7D50-42BC-B3F3-2E5AFC317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5680166-3B76-469E-8147-B090DA42A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D250B8-04B2-4A29-9896-096281A1B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AFFE05-DF33-40D7-BBC4-9E2033AC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A624C6-73C6-4949-B0F3-753B092E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4FC9E0-12E7-4984-9051-C948196E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239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07000-510D-4323-9B16-00EBDF48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4D7C6B-0042-43A0-A093-9F62CE3C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55C7059-EE13-4876-8E07-011308B8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86F130-6B0E-461C-9B81-EDEFB97C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894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B4E12D-1205-4178-BCDB-E03281BD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8C12AF-C85C-4983-911F-A3FF6D8D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8C664C-764D-4C61-9512-AEB57787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0250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00E78-99CA-46AD-8A1C-711665A1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B35ECB-CA05-4E18-A9B1-74A932BEA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C3F0D1-0D59-4415-BB90-E47E9EC74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C70A9C-49F5-4449-B393-08FBF7FC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404A42-C0DD-403B-A52E-AF2A73A5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95EF1-EF67-4B0D-A9E0-30684EA3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860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EC590-7E7D-4367-B843-ECE5BB63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C5C7A04-DFFA-4F62-8D3F-3F98E9311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72B445-1091-450D-8835-7D2B6066F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9DD9C4-6960-4DBA-92D4-171A9703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09AFF1-55DA-4ED0-9BA4-7BCB01B8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237A8A-E3DC-4FCE-8F16-6D0924B9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48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54B56-7970-49F5-90F2-F0BEF5F9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EB4E1D-393B-4DA0-B775-9DCFC0ED9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CE1206-0B86-4598-BDC6-BF09C285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E15A4B-F8C2-4052-BC21-74F4649B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65A06F-232B-4339-979B-571FF8F2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361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A5C4AD-EACD-4F74-9544-D97915F59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87E121-5C25-4439-AC37-BA816E34F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07F871-6E28-418C-B31D-292283B5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A642C6-411A-4A9C-B055-C36E0974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C35567-B7CF-4546-9C6E-F17C09D4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014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C3C728-27EE-44BF-A281-A4C7B2FD2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7FB475-D24A-4D23-9C1E-97C5527E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B2F10D-E338-4699-8333-EB572FD51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0AEF8-43B2-44AF-AA76-871EC93B1FBF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1468AC-8CB1-45A2-ABD2-E40D7598D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80D2FE-9455-4A85-BE15-49595BC37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E9DF1-EAD3-442A-A1C1-4B26E2B880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228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5A43E0-0035-4111-8526-4585FD805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29000"/>
            <a:ext cx="5715000" cy="33337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A5D450F-725B-4B6A-A553-0BF9812E40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3"/>
          <a:stretch/>
        </p:blipFill>
        <p:spPr>
          <a:xfrm>
            <a:off x="6431518" y="438410"/>
            <a:ext cx="4702629" cy="64195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A25109A-0008-46BA-A177-8B2F5572A2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46"/>
          <a:stretch/>
        </p:blipFill>
        <p:spPr>
          <a:xfrm>
            <a:off x="381000" y="563671"/>
            <a:ext cx="5715002" cy="309888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505CD5B-494D-486A-BDF6-C5D7898B6A32}"/>
              </a:ext>
            </a:extLst>
          </p:cNvPr>
          <p:cNvSpPr txBox="1"/>
          <p:nvPr/>
        </p:nvSpPr>
        <p:spPr>
          <a:xfrm>
            <a:off x="4134335" y="95250"/>
            <a:ext cx="4258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Identificadores y metadatos del estudio</a:t>
            </a:r>
          </a:p>
        </p:txBody>
      </p:sp>
    </p:spTree>
    <p:extLst>
      <p:ext uri="{BB962C8B-B14F-4D97-AF65-F5344CB8AC3E}">
        <p14:creationId xmlns:p14="http://schemas.microsoft.com/office/powerpoint/2010/main" val="3739352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50C8AD6-5178-48E1-B31B-EFE2C6C543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0"/>
          <a:stretch/>
        </p:blipFill>
        <p:spPr>
          <a:xfrm>
            <a:off x="4414706" y="2027229"/>
            <a:ext cx="4179884" cy="22722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8FECC9-46F6-48E9-A43F-9B47854D25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2"/>
          <a:stretch/>
        </p:blipFill>
        <p:spPr>
          <a:xfrm>
            <a:off x="4414706" y="4367997"/>
            <a:ext cx="4172594" cy="243401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F22CC8C-2D49-4944-A528-55A5779CB6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0"/>
          <a:stretch/>
        </p:blipFill>
        <p:spPr>
          <a:xfrm>
            <a:off x="4418805" y="417802"/>
            <a:ext cx="4175785" cy="160942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367527F-6AAF-4D8F-A83C-ACC6704854CF}"/>
              </a:ext>
            </a:extLst>
          </p:cNvPr>
          <p:cNvSpPr txBox="1"/>
          <p:nvPr/>
        </p:nvSpPr>
        <p:spPr>
          <a:xfrm>
            <a:off x="4252747" y="75741"/>
            <a:ext cx="4258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effectLst/>
                <a:latin typeface="+mj-lt"/>
              </a:rPr>
              <a:t>Perfil Clínico-Demográfico y Anatómico</a:t>
            </a:r>
            <a:endParaRPr lang="es-ES" sz="14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9877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12EED9-CEAE-4081-A8D3-5564EF9B06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6" r="5783"/>
          <a:stretch/>
        </p:blipFill>
        <p:spPr>
          <a:xfrm>
            <a:off x="3479670" y="456518"/>
            <a:ext cx="4394697" cy="17974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54FD8C1-F257-4F99-8F35-430647EFF9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7" r="5783"/>
          <a:stretch/>
        </p:blipFill>
        <p:spPr>
          <a:xfrm>
            <a:off x="3479670" y="2113458"/>
            <a:ext cx="4394698" cy="253433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100C99-BD74-4532-A9D5-437C0A2FE2D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 b="35863"/>
          <a:stretch/>
        </p:blipFill>
        <p:spPr>
          <a:xfrm>
            <a:off x="3479670" y="4502926"/>
            <a:ext cx="4664411" cy="235507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11DAF7E-A6C3-4AC6-AA6E-CBCBB40DC33A}"/>
              </a:ext>
            </a:extLst>
          </p:cNvPr>
          <p:cNvSpPr txBox="1"/>
          <p:nvPr/>
        </p:nvSpPr>
        <p:spPr>
          <a:xfrm>
            <a:off x="3682450" y="95476"/>
            <a:ext cx="4258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effectLst/>
                <a:latin typeface="+mj-lt"/>
              </a:rPr>
              <a:t>Caracterización Histológica y Patológica</a:t>
            </a:r>
            <a:endParaRPr lang="es-ES" sz="14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816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6875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13</Words>
  <Application>Microsoft Office PowerPoint</Application>
  <PresentationFormat>Panorámica</PresentationFormat>
  <Paragraphs>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Ubeda Quesada, Julio</dc:creator>
  <cp:lastModifiedBy>Ubeda Quesada, Julio</cp:lastModifiedBy>
  <cp:revision>4</cp:revision>
  <dcterms:created xsi:type="dcterms:W3CDTF">2026-05-05T11:29:20Z</dcterms:created>
  <dcterms:modified xsi:type="dcterms:W3CDTF">2026-05-05T16:02:08Z</dcterms:modified>
</cp:coreProperties>
</file>